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Panna Wild Tour</a:t>
            </a:r>
            <a:br/>
            <a:r>
              <a:t>Customer User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A simple guide for customers and website visitors</a:t>
            </a:r>
            <a:br/>
            <a:br/>
            <a:r>
              <a:t>How to explore tours, send an enquiry and plan your wildlife trip.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1/31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Welcome to Panna Wild Tour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Website: www.pannawildtour.com</a:t>
            </a:r>
            <a:br/>
            <a:br/>
            <a:r>
              <a:t>Use the website to explore wildlife travel options and contact the team for assistance with your trip.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2/31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You Do Not Need Technical Knowledge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Simply follow this pattern:</a:t>
            </a:r>
            <a:br/>
            <a:br/>
            <a:r>
              <a:t>LOOK → CHOOSE → ASK → CONFIRM → TRAVEL</a:t>
            </a:r>
            <a:br/>
            <a:br/>
            <a:r>
              <a:t>If you are unsure at any point, contact the Panna Wild Tour team for assistance.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3/31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Step 1: Open the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Open your internet browser and visit:</a:t>
            </a:r>
            <a:br/>
            <a:br/>
            <a:r>
              <a:t>www.pannawildtour.com</a:t>
            </a:r>
            <a:br/>
            <a:br/>
            <a:r>
              <a:t>Use the main menu to explore available information and travel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4/31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Step 2: Explore What You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Look for information that matches your trip, such as:</a:t>
            </a:r>
            <a:br/>
            <a:br/>
            <a:r>
              <a:t>• Wildlife and safari experiences</a:t>
            </a:r>
            <a:br/>
            <a:r>
              <a:t>• Tour packages</a:t>
            </a:r>
            <a:br/>
            <a:r>
              <a:t>• Accommodation guidance</a:t>
            </a:r>
            <a:br/>
            <a:r>
              <a:t>• Travel and transport assistance</a:t>
            </a:r>
            <a:br/>
            <a:r>
              <a:t>• Khajuraho sightseeing</a:t>
            </a:r>
            <a:br/>
            <a:r>
              <a:t>• Safari and travel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5/31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Step 3: Read Before You Enquire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Before contacting the team, check:</a:t>
            </a:r>
            <a:br/>
            <a:br/>
            <a:r>
              <a:t>✓ Travel dates</a:t>
            </a:r>
            <a:br/>
            <a:r>
              <a:t>✓ Number of travellers</a:t>
            </a:r>
            <a:br/>
            <a:r>
              <a:t>✓ Type of trip you want</a:t>
            </a:r>
            <a:br/>
            <a:r>
              <a:t>✓ Accommodation requirement</a:t>
            </a:r>
            <a:br/>
            <a:r>
              <a:t>✓ Transport requirement</a:t>
            </a:r>
            <a:br/>
            <a:br/>
            <a:r>
              <a:t>Having these details ready helps the team assist you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6/31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Step 4: Choose a Tour or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When you find a package or service you like:</a:t>
            </a:r>
            <a:br/>
            <a:br/>
            <a:r>
              <a:t>1. Read the description.</a:t>
            </a:r>
            <a:br/>
            <a:r>
              <a:t>2. Check what is included.</a:t>
            </a:r>
            <a:br/>
            <a:r>
              <a:t>3. Check important travel information.</a:t>
            </a:r>
            <a:br/>
            <a:r>
              <a:t>4. Use the available enquiry/contact option.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7/31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Step 5: Send an Enquiry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Provide simple and correct information:</a:t>
            </a:r>
            <a:br/>
            <a:br/>
            <a:r>
              <a:t>• Your name</a:t>
            </a:r>
            <a:br/>
            <a:r>
              <a:t>• Mobile number</a:t>
            </a:r>
            <a:br/>
            <a:r>
              <a:t>• Email, if available</a:t>
            </a:r>
            <a:br/>
            <a:r>
              <a:t>• Preferred travel dates</a:t>
            </a:r>
            <a:br/>
            <a:r>
              <a:t>• Number of guests</a:t>
            </a:r>
            <a:br/>
            <a:r>
              <a:t>• Services you need</a:t>
            </a:r>
            <a:br/>
            <a:r>
              <a:t>• Any special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8/31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What Should You Tell 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Example:</a:t>
            </a:r>
            <a:br/>
            <a:br/>
            <a:r>
              <a:t>'I want to visit Panna from 15 to 18 November. We are 4 adults. We need safari, accommodation and pickup from Khajuraho.'</a:t>
            </a:r>
            <a:br/>
            <a:br/>
            <a:r>
              <a:t>This helps the team understand your requirement clearly.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9/31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After You Send an Enquiry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The team may contact you to understand your trip better.</a:t>
            </a:r>
            <a:br/>
            <a:br/>
            <a:r>
              <a:t>Please answer questions about:</a:t>
            </a:r>
            <a:br/>
            <a:r>
              <a:t>• Dates</a:t>
            </a:r>
            <a:br/>
            <a:r>
              <a:t>• Guests</a:t>
            </a:r>
            <a:br/>
            <a:r>
              <a:t>• Budget</a:t>
            </a:r>
            <a:br/>
            <a:r>
              <a:t>• Safari preference</a:t>
            </a:r>
            <a:br/>
            <a:r>
              <a:t>• Accommodation preference</a:t>
            </a:r>
            <a:br/>
            <a:r>
              <a:t>• Pickup/drop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10/31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Step 6: Receive and Check Your Quotation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When you receive a quotation, check carefully:</a:t>
            </a:r>
            <a:br/>
            <a:br/>
            <a:r>
              <a:t>✓ Customer name</a:t>
            </a:r>
            <a:br/>
            <a:r>
              <a:t>✓ Travel dates</a:t>
            </a:r>
            <a:br/>
            <a:r>
              <a:t>✓ Number of guests</a:t>
            </a:r>
            <a:br/>
            <a:r>
              <a:t>✓ Safari/service details</a:t>
            </a:r>
            <a:br/>
            <a:r>
              <a:t>✓ Accommodation details</a:t>
            </a:r>
            <a:br/>
            <a:r>
              <a:t>✓ Transport details</a:t>
            </a:r>
            <a:br/>
            <a:r>
              <a:t>✓ Total amount</a:t>
            </a:r>
            <a:br/>
            <a:r>
              <a:t>✓ Payment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11/31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If You Want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You can ask the team to revise the plan.</a:t>
            </a:r>
            <a:br/>
            <a:br/>
            <a:r>
              <a:t>Examples:</a:t>
            </a:r>
            <a:br/>
            <a:r>
              <a:t>• Change travel dates</a:t>
            </a:r>
            <a:br/>
            <a:r>
              <a:t>• Change hotel/resort</a:t>
            </a:r>
            <a:br/>
            <a:r>
              <a:t>• Add transport</a:t>
            </a:r>
            <a:br/>
            <a:r>
              <a:t>• Change number of guests</a:t>
            </a:r>
            <a:br/>
            <a:r>
              <a:t>• Ask about another package</a:t>
            </a:r>
            <a:br/>
            <a:br/>
            <a:r>
              <a:t>Do not assume changes are confirmed until the team confirms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12/31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Step 7: Accept Your Travel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When you are happy with the plan:</a:t>
            </a:r>
            <a:br/>
            <a:br/>
            <a:r>
              <a:t>1. Tell the team you want to proceed.</a:t>
            </a:r>
            <a:br/>
            <a:r>
              <a:t>2. Follow the payment instructions provided by the team.</a:t>
            </a:r>
            <a:br/>
            <a:r>
              <a:t>3. Keep your booking communication safely.</a:t>
            </a:r>
            <a:br/>
            <a:r>
              <a:t>4. Ask for clarification if anything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13/31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After Your Booking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The operations team will work on the arrangements required for your trip.</a:t>
            </a:r>
            <a:br/>
            <a:br/>
            <a:r>
              <a:t>Depending on your itinerary, this may include:</a:t>
            </a:r>
            <a:br/>
            <a:r>
              <a:t>• Safari coordination</a:t>
            </a:r>
            <a:br/>
            <a:r>
              <a:t>• Accommodation arrangements</a:t>
            </a:r>
            <a:br/>
            <a:r>
              <a:t>• Pickup/drop planning</a:t>
            </a:r>
            <a:br/>
            <a:r>
              <a:t>• Local transport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14/31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Before You Travel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Confirm with the team:</a:t>
            </a:r>
            <a:br/>
            <a:br/>
            <a:r>
              <a:t>✓ Final travel dates</a:t>
            </a:r>
            <a:br/>
            <a:r>
              <a:t>✓ Meeting/pickup point</a:t>
            </a:r>
            <a:br/>
            <a:r>
              <a:t>✓ Pickup time</a:t>
            </a:r>
            <a:br/>
            <a:r>
              <a:t>✓ Hotel/resort details</a:t>
            </a:r>
            <a:br/>
            <a:r>
              <a:t>✓ Safari timing, where applicable</a:t>
            </a:r>
            <a:br/>
            <a:r>
              <a:t>✓ Important contact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15/31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Keep Your Information Ready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Before departure, keep useful information accessible:</a:t>
            </a:r>
            <a:br/>
            <a:br/>
            <a:r>
              <a:t>• Booking details</a:t>
            </a:r>
            <a:br/>
            <a:r>
              <a:t>• Team contact number</a:t>
            </a:r>
            <a:br/>
            <a:r>
              <a:t>• Travel itinerary</a:t>
            </a:r>
            <a:br/>
            <a:r>
              <a:t>• Pickup information</a:t>
            </a:r>
            <a:br/>
            <a:r>
              <a:t>• Accommodation information</a:t>
            </a:r>
            <a:br/>
            <a:br/>
            <a:r>
              <a:t>Follow any specific instructions provided for your trip.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16/31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On Arrival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If your itinerary includes pickup:</a:t>
            </a:r>
            <a:br/>
            <a:br/>
            <a:r>
              <a:t>1. Go to the agreed meeting point.</a:t>
            </a:r>
            <a:br/>
            <a:r>
              <a:t>2. Keep your phone reachable.</a:t>
            </a:r>
            <a:br/>
            <a:r>
              <a:t>3. Inform the team if you are delayed.</a:t>
            </a:r>
            <a:br/>
            <a:r>
              <a:t>4. Contact the team if you cannot find your arranged assistance.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17/31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During Your Trip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Enjoy your trip and keep the team informed if there is an important problem.</a:t>
            </a:r>
            <a:br/>
            <a:br/>
            <a:r>
              <a:t>Examples:</a:t>
            </a:r>
            <a:br/>
            <a:r>
              <a:t>• Pickup issue</a:t>
            </a:r>
            <a:br/>
            <a:r>
              <a:t>• Accommodation issue</a:t>
            </a:r>
            <a:br/>
            <a:r>
              <a:t>• Major schedule problem</a:t>
            </a:r>
            <a:br/>
            <a:r>
              <a:t>• Assistance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18/31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If Something Goes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Stay calm and contact the Panna Wild Tour team.</a:t>
            </a:r>
            <a:br/>
            <a:br/>
            <a:r>
              <a:t>Explain clearly:</a:t>
            </a:r>
            <a:br/>
            <a:r>
              <a:t>1. Your name</a:t>
            </a:r>
            <a:br/>
            <a:r>
              <a:t>2. Your booking/trip details</a:t>
            </a:r>
            <a:br/>
            <a:r>
              <a:t>3. What happened</a:t>
            </a:r>
            <a:br/>
            <a:r>
              <a:t>4. Where you are</a:t>
            </a:r>
            <a:br/>
            <a:r>
              <a:t>5. What help you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19/31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After Your Tour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The team may contact you for feedback.</a:t>
            </a:r>
            <a:br/>
            <a:br/>
            <a:r>
              <a:t>Please share your honest experience about:</a:t>
            </a:r>
            <a:br/>
            <a:r>
              <a:t>• Overall trip</a:t>
            </a:r>
            <a:br/>
            <a:r>
              <a:t>• Safari experience</a:t>
            </a:r>
            <a:br/>
            <a:r>
              <a:t>• Accommodation</a:t>
            </a:r>
            <a:br/>
            <a:r>
              <a:t>• Transport</a:t>
            </a:r>
            <a:br/>
            <a:r>
              <a:t>• Service and assistance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20/31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How to Give Useful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A useful review explains:</a:t>
            </a:r>
            <a:br/>
            <a:br/>
            <a:r>
              <a:t>✓ What you enjoyed</a:t>
            </a:r>
            <a:br/>
            <a:r>
              <a:t>✓ What worked well</a:t>
            </a:r>
            <a:br/>
            <a:r>
              <a:t>✓ Any problem you faced</a:t>
            </a:r>
            <a:br/>
            <a:r>
              <a:t>✓ How service can improve</a:t>
            </a:r>
            <a:br/>
            <a:br/>
            <a:r>
              <a:t>Honest feedback helps improve future customer experiences.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21/31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Future Travel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Your previous travel information can help the team understand your interests for future trips.</a:t>
            </a:r>
            <a:br/>
            <a:br/>
            <a:r>
              <a:t>You can contact Panna Wild Tour again for:</a:t>
            </a:r>
            <a:br/>
            <a:r>
              <a:t>• Future wildlife trips</a:t>
            </a:r>
            <a:br/>
            <a:r>
              <a:t>• New safari plans</a:t>
            </a:r>
            <a:br/>
            <a:r>
              <a:t>• Repeat visits</a:t>
            </a:r>
            <a:br/>
            <a:r>
              <a:t>• Travel assistance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22/31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Simple Safety &amp; Privacy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• Do not share unnecessary personal information publicly.</a:t>
            </a:r>
            <a:br/>
            <a:r>
              <a:t>• Keep booking communication safely.</a:t>
            </a:r>
            <a:br/>
            <a:r>
              <a:t>• Confirm important payment instructions with the official team.</a:t>
            </a:r>
            <a:br/>
            <a:r>
              <a:t>• Ask questions whenever something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23/31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Quick Checklist: Before Enquiry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✓ Decide approximate travel dates</a:t>
            </a:r>
            <a:br/>
            <a:r>
              <a:t>✓ Count travellers</a:t>
            </a:r>
            <a:br/>
            <a:r>
              <a:t>✓ Think about safari needs</a:t>
            </a:r>
            <a:br/>
            <a:r>
              <a:t>✓ Think about accommodation</a:t>
            </a:r>
            <a:br/>
            <a:r>
              <a:t>✓ Think about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24/31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Quick Checklist: Before Payment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✓ Check quotation details</a:t>
            </a:r>
            <a:br/>
            <a:r>
              <a:t>✓ Understand what you are paying for</a:t>
            </a:r>
            <a:br/>
            <a:r>
              <a:t>✓ Ask questions if anything is unclear</a:t>
            </a:r>
            <a:br/>
            <a:r>
              <a:t>✓ Keep payment/booking communication safely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25/31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Quick Checklist: Before Departure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✓ Confirm travel plan</a:t>
            </a:r>
            <a:br/>
            <a:r>
              <a:t>✓ Confirm pickup details</a:t>
            </a:r>
            <a:br/>
            <a:r>
              <a:t>✓ Keep team contact details</a:t>
            </a:r>
            <a:br/>
            <a:r>
              <a:t>✓ Keep itinerary accessible</a:t>
            </a:r>
            <a:br/>
            <a:r>
              <a:t>✓ Inform the team about important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26/31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Frequently Asked Question: I Am Not Sure What to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No problem.</a:t>
            </a:r>
            <a:br/>
            <a:br/>
            <a:r>
              <a:t>Contact the team with:</a:t>
            </a:r>
            <a:br/>
            <a:r>
              <a:t>• Your preferred dates</a:t>
            </a:r>
            <a:br/>
            <a:r>
              <a:t>• Number of guests</a:t>
            </a:r>
            <a:br/>
            <a:r>
              <a:t>• Approximate budget</a:t>
            </a:r>
            <a:br/>
            <a:r>
              <a:t>• Interests</a:t>
            </a:r>
            <a:br/>
            <a:br/>
            <a:r>
              <a:t>The team can guide you through suitable options.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27/31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Frequently Asked Question: Can I Change My Plan?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Contact the team as early as possible.</a:t>
            </a:r>
            <a:br/>
            <a:br/>
            <a:r>
              <a:t>Changes may depend on availability and the arrangements already made.</a:t>
            </a:r>
            <a:br/>
            <a:br/>
            <a:r>
              <a:t>Always wait for confirmation before treating a change as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28/31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The Simple Customer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VISIT WEBSITE</a:t>
            </a:r>
            <a:br/>
            <a:r>
              <a:t>↓</a:t>
            </a:r>
            <a:br/>
            <a:r>
              <a:t>EXPLORE OPTIONS</a:t>
            </a:r>
            <a:br/>
            <a:r>
              <a:t>↓</a:t>
            </a:r>
            <a:br/>
            <a:r>
              <a:t>SEND ENQUIRY</a:t>
            </a:r>
            <a:br/>
            <a:r>
              <a:t>↓</a:t>
            </a:r>
            <a:br/>
            <a:r>
              <a:t>DISCUSS REQUIREMENTS</a:t>
            </a:r>
            <a:br/>
            <a:r>
              <a:t>↓</a:t>
            </a:r>
            <a:br/>
            <a:r>
              <a:t>RECEIVE QUOTATION</a:t>
            </a:r>
            <a:br/>
            <a:r>
              <a:t>↓</a:t>
            </a:r>
            <a:br/>
            <a:r>
              <a:t>CONFIRM BOOKING</a:t>
            </a:r>
            <a:br/>
            <a:r>
              <a:t>↓</a:t>
            </a:r>
            <a:br/>
            <a:r>
              <a:t>PREPARE FOR TRAVEL</a:t>
            </a:r>
            <a:br/>
            <a:r>
              <a:t>↓</a:t>
            </a:r>
            <a:br/>
            <a:r>
              <a:t>ENJOY YOUR 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29/31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Need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If you are unsure what to do:</a:t>
            </a:r>
            <a:br/>
            <a:br/>
            <a:r>
              <a:t>1. Do not worry about technical details.</a:t>
            </a:r>
            <a:br/>
            <a:r>
              <a:t>2. Contact the Panna Wild Tour team.</a:t>
            </a:r>
            <a:br/>
            <a:r>
              <a:t>3. Explain what you want to plan.</a:t>
            </a:r>
            <a:br/>
            <a:r>
              <a:t>4. The team can guide you step by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30/31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23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17320"/>
            <a:ext cx="2468880" cy="73152"/>
          </a:xfrm>
          <a:prstGeom prst="rect">
            <a:avLst/>
          </a:prstGeom>
          <a:solidFill>
            <a:srgbClr val="3F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38528"/>
            <a:ext cx="10149840" cy="4069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D2D2D"/>
                </a:solidFill>
              </a:defRPr>
            </a:pPr>
            <a:r>
              <a:t>Panna Wild Tour</a:t>
            </a:r>
            <a:br/>
            <a:br/>
            <a:r>
              <a:t>Simple process:</a:t>
            </a:r>
            <a:br/>
            <a:br/>
            <a:r>
              <a:t>EXPLORE → ENQUIRE → CONFIRM → TRAVEL</a:t>
            </a:r>
            <a:br/>
            <a:br/>
            <a:r>
              <a:t>We are here to help you plan your wildlife travel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Panna Wild Tour — Customer User Guide | 31/31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