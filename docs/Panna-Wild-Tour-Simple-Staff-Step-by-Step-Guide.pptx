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723"/>
                </a:solidFill>
              </a:defRPr>
            </a:pPr>
            <a:r>
              <a:t>Panna Wild Tour</a:t>
            </a:r>
            <a:br/>
            <a:r>
              <a:t>Simple Staff Work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A step-by-step guide for everyday staff</a:t>
            </a:r>
            <a:br/>
            <a:br/>
            <a:r>
              <a:t>You do not need technical knowledge.</a:t>
            </a:r>
            <a:br/>
            <a:r>
              <a:t>Just follow the steps in order and update the system after each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1/34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How to Use This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For every customer:</a:t>
            </a:r>
            <a:br/>
            <a:br/>
            <a:r>
              <a:t>1. Find where the customer is in the journey.</a:t>
            </a:r>
            <a:br/>
            <a:r>
              <a:t>2. Complete the action shown.</a:t>
            </a:r>
            <a:br/>
            <a:r>
              <a:t>3. Update the status in the website.</a:t>
            </a:r>
            <a:br/>
            <a:r>
              <a:t>4. Add a short note if another staff member needs to know something.</a:t>
            </a:r>
            <a:br/>
            <a:r>
              <a:t>5. If you cannot complete the work, mark it Blocked and inform your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2/34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The Simple Customer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STEP 1  Customer contacts us</a:t>
            </a:r>
            <a:br/>
            <a:r>
              <a:t>STEP 2  Create or update Lead</a:t>
            </a:r>
            <a:br/>
            <a:r>
              <a:t>STEP 3  Contact customer</a:t>
            </a:r>
            <a:br/>
            <a:r>
              <a:t>STEP 4  Prepare quotation</a:t>
            </a:r>
            <a:br/>
            <a:r>
              <a:t>STEP 5  Customer accepts</a:t>
            </a:r>
            <a:br/>
            <a:r>
              <a:t>STEP 6  Convert to booking</a:t>
            </a:r>
            <a:br/>
            <a:r>
              <a:t>STEP 7  Arrange safari, hotel and transport</a:t>
            </a:r>
            <a:br/>
            <a:r>
              <a:t>STEP 8  Run the trip</a:t>
            </a:r>
            <a:br/>
            <a:r>
              <a:t>STEP 9  Collect feedback</a:t>
            </a:r>
            <a:br/>
            <a:r>
              <a:t>STEP 10 Follow up for future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3/34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Your First 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Open: www.pannawildtour.com/wp-admin</a:t>
            </a:r>
            <a:br/>
            <a:r>
              <a:t>2. Enter your own username and password.</a:t>
            </a:r>
            <a:br/>
            <a:r>
              <a:t>3. Open My PWT Work.</a:t>
            </a:r>
            <a:br/>
            <a:r>
              <a:t>4. Check your assigned work.</a:t>
            </a:r>
            <a:br/>
            <a:br/>
            <a:r>
              <a:t>IMPORTANT: Never share your password with anyone.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4/34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What to Check Every Morning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Open My PWT Work and check:</a:t>
            </a:r>
            <a:br/>
            <a:br/>
            <a:r>
              <a:t>✓ New leads</a:t>
            </a:r>
            <a:br/>
            <a:r>
              <a:t>✓ Follow-ups due today</a:t>
            </a:r>
            <a:br/>
            <a:r>
              <a:t>✓ Overdue tasks</a:t>
            </a:r>
            <a:br/>
            <a:r>
              <a:t>✓ Today's departures</a:t>
            </a:r>
            <a:br/>
            <a:r>
              <a:t>✓ Tomorrow's departures</a:t>
            </a:r>
            <a:br/>
            <a:r>
              <a:t>✓ Blocked work</a:t>
            </a:r>
            <a:br/>
            <a:br/>
            <a:r>
              <a:t>Start with RED/OVERDUE work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5/34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If a Customer Calls or Sends a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Search for the customer or lead first.</a:t>
            </a:r>
            <a:br/>
            <a:r>
              <a:t>2. If already present, open the existing record.</a:t>
            </a:r>
            <a:br/>
            <a:r>
              <a:t>3. If new, create a new Lead.</a:t>
            </a:r>
            <a:br/>
            <a:r>
              <a:t>4. Write down what the customer wants.</a:t>
            </a:r>
            <a:br/>
            <a:r>
              <a:t>5. Set the next follow-up date.</a:t>
            </a:r>
            <a:br/>
            <a:br/>
            <a:r>
              <a:t>DO NOT create duplicate customer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6/34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Step-by-Step: Create a New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Enter:</a:t>
            </a:r>
            <a:br/>
            <a:r>
              <a:t>• Name</a:t>
            </a:r>
            <a:br/>
            <a:r>
              <a:t>• Mobile number</a:t>
            </a:r>
            <a:br/>
            <a:r>
              <a:t>• Email, if available</a:t>
            </a:r>
            <a:br/>
            <a:r>
              <a:t>• Where enquiry came from</a:t>
            </a:r>
            <a:br/>
            <a:r>
              <a:t>• Travel dates</a:t>
            </a:r>
            <a:br/>
            <a:r>
              <a:t>• Number of guests</a:t>
            </a:r>
            <a:br/>
            <a:r>
              <a:t>• Destination/package interest</a:t>
            </a:r>
            <a:br/>
            <a:r>
              <a:t>• Budget, if known</a:t>
            </a:r>
            <a:br/>
            <a:br/>
            <a:r>
              <a:t>Then save the Lead.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7/34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After Creating a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Immediately do these 3 things:</a:t>
            </a:r>
            <a:br/>
            <a:br/>
            <a:r>
              <a:t>1. Assign the Booking Executive.</a:t>
            </a:r>
            <a:br/>
            <a:r>
              <a:t>2. Set Lead Status = New.</a:t>
            </a:r>
            <a:br/>
            <a:r>
              <a:t>3. Set the next follow-up date.</a:t>
            </a:r>
            <a:br/>
            <a:br/>
            <a:r>
              <a:t>A lead without an owner or follow-up date can easily be forgotten.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8/34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How to Talk to a New Customer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Ask simple questions:</a:t>
            </a:r>
            <a:br/>
            <a:br/>
            <a:r>
              <a:t>• When do you want to travel?</a:t>
            </a:r>
            <a:br/>
            <a:r>
              <a:t>• How many guests are travelling?</a:t>
            </a:r>
            <a:br/>
            <a:r>
              <a:t>• Do you need safari?</a:t>
            </a:r>
            <a:br/>
            <a:r>
              <a:t>• Do you need hotel/resort?</a:t>
            </a:r>
            <a:br/>
            <a:r>
              <a:t>• Do you need Khajuraho pickup/drop?</a:t>
            </a:r>
            <a:br/>
            <a:r>
              <a:t>• Any children, senior citizens or special requirements?</a:t>
            </a:r>
            <a:br/>
            <a:br/>
            <a:r>
              <a:t>Record the answers in the Lead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9/34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After Speaking to the Customer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Update the Lead:</a:t>
            </a:r>
            <a:br/>
            <a:br/>
            <a:r>
              <a:t>If interested → Contacted / Qualified</a:t>
            </a:r>
            <a:br/>
            <a:r>
              <a:t>If details collected → Qualified</a:t>
            </a:r>
            <a:br/>
            <a:r>
              <a:t>If quote sent → Quotation Sent</a:t>
            </a:r>
            <a:br/>
            <a:r>
              <a:t>If discussing price → Negotiating</a:t>
            </a:r>
            <a:br/>
            <a:r>
              <a:t>If booking confirmed → Won</a:t>
            </a:r>
            <a:br/>
            <a:r>
              <a:t>If customer will not proceed → Lost +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10/34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How to Create a Quotation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Open the Lead.</a:t>
            </a:r>
            <a:br/>
            <a:r>
              <a:t>2. Create a new Quotation.</a:t>
            </a:r>
            <a:br/>
            <a:r>
              <a:t>3. Enter travel dates and guest count.</a:t>
            </a:r>
            <a:br/>
            <a:r>
              <a:t>4. Add safari services.</a:t>
            </a:r>
            <a:br/>
            <a:r>
              <a:t>5. Add accommodation.</a:t>
            </a:r>
            <a:br/>
            <a:r>
              <a:t>6. Add transport.</a:t>
            </a:r>
            <a:br/>
            <a:r>
              <a:t>7. Check prices carefully.</a:t>
            </a:r>
            <a:br/>
            <a:r>
              <a:t>8. Save as Draft.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11/34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Before Sending a Quotation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CHECK:</a:t>
            </a:r>
            <a:br/>
            <a:br/>
            <a:r>
              <a:t>✓ Correct customer name</a:t>
            </a:r>
            <a:br/>
            <a:r>
              <a:t>✓ Correct dates</a:t>
            </a:r>
            <a:br/>
            <a:r>
              <a:t>✓ Correct number of guests</a:t>
            </a:r>
            <a:br/>
            <a:r>
              <a:t>✓ Safari included correctly</a:t>
            </a:r>
            <a:br/>
            <a:r>
              <a:t>✓ Hotel/resort included correctly</a:t>
            </a:r>
            <a:br/>
            <a:r>
              <a:t>✓ Transport included if requested</a:t>
            </a:r>
            <a:br/>
            <a:r>
              <a:t>✓ Total amount correct</a:t>
            </a:r>
            <a:br/>
            <a:r>
              <a:t>✓ Advance amount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12/34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Quotation Status: What It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Draft = still being prepared</a:t>
            </a:r>
            <a:br/>
            <a:r>
              <a:t>Ready = checked and ready</a:t>
            </a:r>
            <a:br/>
            <a:r>
              <a:t>Sent = customer has received it</a:t>
            </a:r>
            <a:br/>
            <a:r>
              <a:t>Negotiating = customer is discussing changes</a:t>
            </a:r>
            <a:br/>
            <a:r>
              <a:t>Accepted = customer agreed</a:t>
            </a:r>
            <a:br/>
            <a:r>
              <a:t>Converted = booking created</a:t>
            </a:r>
            <a:br/>
            <a:br/>
            <a:r>
              <a:t>Never delete an accepted quotation.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13/34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When Customer Accepts the Quote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Open the accepted quotation.</a:t>
            </a:r>
            <a:br/>
            <a:r>
              <a:t>2. Check customer and travel details again.</a:t>
            </a:r>
            <a:br/>
            <a:r>
              <a:t>3. Use Convert to Booking.</a:t>
            </a:r>
            <a:br/>
            <a:r>
              <a:t>4. Confirm the booking was created.</a:t>
            </a:r>
            <a:br/>
            <a:r>
              <a:t>5. Check the quotation shows Converted.</a:t>
            </a:r>
            <a:br/>
            <a:r>
              <a:t>6. Check the Lead is marked Won.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14/34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After a Booking Is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The Booking Executive hands work to Operations.</a:t>
            </a:r>
            <a:br/>
            <a:br/>
            <a:r>
              <a:t>Assign:</a:t>
            </a:r>
            <a:br/>
            <a:r>
              <a:t>• Safari Coordinator</a:t>
            </a:r>
            <a:br/>
            <a:r>
              <a:t>• Accommodation Coordinator</a:t>
            </a:r>
            <a:br/>
            <a:r>
              <a:t>• Transport Coordinator</a:t>
            </a:r>
            <a:br/>
            <a:br/>
            <a:r>
              <a:t>Add clear notes, for example:</a:t>
            </a:r>
            <a:br/>
            <a:r>
              <a:t>'Madla preferred; 4 guests; Khajuraho pickup required.'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15/34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Operations Manager: Assign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For every confirmed booking:</a:t>
            </a:r>
            <a:br/>
            <a:br/>
            <a:r>
              <a:t>1. Check what services are required.</a:t>
            </a:r>
            <a:br/>
            <a:r>
              <a:t>2. Assign the right staff.</a:t>
            </a:r>
            <a:br/>
            <a:r>
              <a:t>3. Set due dates.</a:t>
            </a:r>
            <a:br/>
            <a:r>
              <a:t>4. Check that operational tasks are created.</a:t>
            </a:r>
            <a:br/>
            <a:r>
              <a:t>5. Monitor blocked or overdue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16/34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Safari Coordinator: Your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Open your assigned booking/task.</a:t>
            </a:r>
            <a:br/>
            <a:r>
              <a:t>2. Check travel date and guest count.</a:t>
            </a:r>
            <a:br/>
            <a:r>
              <a:t>3. Confirm safari requirement.</a:t>
            </a:r>
            <a:br/>
            <a:r>
              <a:t>4. Record the confirmation.</a:t>
            </a:r>
            <a:br/>
            <a:r>
              <a:t>5. Update task status.</a:t>
            </a:r>
            <a:br/>
            <a:r>
              <a:t>6. If unavailable, mark Blocked and explain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17/34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Accommodation Coordinator: Your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Check check-in and check-out dates.</a:t>
            </a:r>
            <a:br/>
            <a:r>
              <a:t>2. Check number of guests and rooms.</a:t>
            </a:r>
            <a:br/>
            <a:r>
              <a:t>3. Contact/confirm the property.</a:t>
            </a:r>
            <a:br/>
            <a:r>
              <a:t>4. Record confirmation details.</a:t>
            </a:r>
            <a:br/>
            <a:r>
              <a:t>5. Mark task Completed.</a:t>
            </a:r>
            <a:br/>
            <a:br/>
            <a:r>
              <a:t>If not available, do not hide the problem—mark it Blocked.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18/34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Transport Coordinator: Your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Check pickup place.</a:t>
            </a:r>
            <a:br/>
            <a:r>
              <a:t>2. Check pickup date and time.</a:t>
            </a:r>
            <a:br/>
            <a:r>
              <a:t>3. Confirm vehicle requirement.</a:t>
            </a:r>
            <a:br/>
            <a:r>
              <a:t>4. Confirm driver/vehicle where applicable.</a:t>
            </a:r>
            <a:br/>
            <a:r>
              <a:t>5. Record final arrangement.</a:t>
            </a:r>
            <a:br/>
            <a:r>
              <a:t>6. Mark task Completed.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19/34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Accounts Staff: Your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Open the booking.</a:t>
            </a:r>
            <a:br/>
            <a:r>
              <a:t>2. Check required advance/payment.</a:t>
            </a:r>
            <a:br/>
            <a:r>
              <a:t>3. Record payment only after verification.</a:t>
            </a:r>
            <a:br/>
            <a:r>
              <a:t>4. Check pending balance.</a:t>
            </a:r>
            <a:br/>
            <a:r>
              <a:t>5. Update the payment status.</a:t>
            </a:r>
            <a:br/>
            <a:br/>
            <a:r>
              <a:t>Never guess or change payment records without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20/34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How to Use the Task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For each task:</a:t>
            </a:r>
            <a:br/>
            <a:br/>
            <a:r>
              <a:t>New → not started</a:t>
            </a:r>
            <a:br/>
            <a:r>
              <a:t>Assigned → staff member owns it</a:t>
            </a:r>
            <a:br/>
            <a:r>
              <a:t>In Progress → work has started</a:t>
            </a:r>
            <a:br/>
            <a:r>
              <a:t>Completed → work finished</a:t>
            </a:r>
            <a:br/>
            <a:r>
              <a:t>Blocked → cannot proceed</a:t>
            </a:r>
            <a:br/>
            <a:br/>
            <a:r>
              <a:t>Always update the task when your work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21/34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If Your Work Is Blocked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Example: Resort has no rooms.</a:t>
            </a:r>
            <a:br/>
            <a:br/>
            <a:r>
              <a:t>Do this:</a:t>
            </a:r>
            <a:br/>
            <a:r>
              <a:t>1. Set Status = Blocked.</a:t>
            </a:r>
            <a:br/>
            <a:r>
              <a:t>2. Write the exact reason.</a:t>
            </a:r>
            <a:br/>
            <a:r>
              <a:t>3. Add what help is needed.</a:t>
            </a:r>
            <a:br/>
            <a:r>
              <a:t>4. Inform Operations Manager.</a:t>
            </a:r>
            <a:br/>
            <a:br/>
            <a:r>
              <a:t>Do NOT leave the task as In Progress and hope someone notices.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22/34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What Does 'Ready for Travel'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Before the trip:</a:t>
            </a:r>
            <a:br/>
            <a:br/>
            <a:r>
              <a:t>✓ Important tasks completed</a:t>
            </a:r>
            <a:br/>
            <a:r>
              <a:t>✓ Safari confirmed</a:t>
            </a:r>
            <a:br/>
            <a:r>
              <a:t>✓ Accommodation confirmed</a:t>
            </a:r>
            <a:br/>
            <a:r>
              <a:t>✓ Transport confirmed</a:t>
            </a:r>
            <a:br/>
            <a:r>
              <a:t>✓ No unresolved blocker</a:t>
            </a:r>
            <a:br/>
            <a:r>
              <a:t>✓ Guest requirements checked</a:t>
            </a:r>
            <a:br/>
            <a:br/>
            <a:r>
              <a:t>Only then should the booking be treated as operationally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23/34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One Day Before Departure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Check:</a:t>
            </a:r>
            <a:br/>
            <a:br/>
            <a:r>
              <a:t>✓ Guest contact number</a:t>
            </a:r>
            <a:br/>
            <a:r>
              <a:t>✓ Pickup time and location</a:t>
            </a:r>
            <a:br/>
            <a:r>
              <a:t>✓ Hotel confirmation</a:t>
            </a:r>
            <a:br/>
            <a:r>
              <a:t>✓ Safari timing</a:t>
            </a:r>
            <a:br/>
            <a:r>
              <a:t>✓ Transport arrangement</a:t>
            </a:r>
            <a:br/>
            <a:r>
              <a:t>✓ Special requirements</a:t>
            </a:r>
            <a:br/>
            <a:r>
              <a:t>✓ Emergency/operational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24/34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Departure Day: What Staff Must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Check today's Trip Operations.</a:t>
            </a:r>
            <a:br/>
            <a:r>
              <a:t>2. Confirm guest pickup/arrival.</a:t>
            </a:r>
            <a:br/>
            <a:r>
              <a:t>3. Monitor safari status.</a:t>
            </a:r>
            <a:br/>
            <a:r>
              <a:t>4. Monitor hotel check-in.</a:t>
            </a:r>
            <a:br/>
            <a:r>
              <a:t>5. Record any important issue.</a:t>
            </a:r>
            <a:br/>
            <a:r>
              <a:t>6. Keep the Operations Manager informed.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If Something Goes Wrong During a 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Examples:</a:t>
            </a:r>
            <a:br/>
            <a:r>
              <a:t>• Vehicle delay</a:t>
            </a:r>
            <a:br/>
            <a:r>
              <a:t>• Hotel issue</a:t>
            </a:r>
            <a:br/>
            <a:r>
              <a:t>• Safari disruption</a:t>
            </a:r>
            <a:br/>
            <a:r>
              <a:t>• Guest complaint</a:t>
            </a:r>
            <a:br/>
            <a:br/>
            <a:r>
              <a:t>Record:</a:t>
            </a:r>
            <a:br/>
            <a:r>
              <a:t>What happened</a:t>
            </a:r>
            <a:br/>
            <a:r>
              <a:t>When it happened</a:t>
            </a:r>
            <a:br/>
            <a:r>
              <a:t>Booking/trip involved</a:t>
            </a:r>
            <a:br/>
            <a:r>
              <a:t>Action taken</a:t>
            </a:r>
            <a:br/>
            <a:r>
              <a:t>What still needs to be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26/34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When the Tour Is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Confirm the trip is completed.</a:t>
            </a:r>
            <a:br/>
            <a:r>
              <a:t>2. Complete remaining trip work.</a:t>
            </a:r>
            <a:br/>
            <a:r>
              <a:t>3. Ensure post-tour follow-up is created.</a:t>
            </a:r>
            <a:br/>
            <a:r>
              <a:t>4. Contact the customer politely.</a:t>
            </a:r>
            <a:br/>
            <a:r>
              <a:t>5. Ask for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27/34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How to Record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Ask the customer about:</a:t>
            </a:r>
            <a:br/>
            <a:br/>
            <a:r>
              <a:t>• Overall experience</a:t>
            </a:r>
            <a:br/>
            <a:r>
              <a:t>• Safari</a:t>
            </a:r>
            <a:br/>
            <a:r>
              <a:t>• Accommodation</a:t>
            </a:r>
            <a:br/>
            <a:r>
              <a:t>• Transport</a:t>
            </a:r>
            <a:br/>
            <a:r>
              <a:t>• Staff service</a:t>
            </a:r>
            <a:br/>
            <a:br/>
            <a:r>
              <a:t>Record the rating and comments accurately.</a:t>
            </a:r>
            <a:br/>
            <a:r>
              <a:t>Do not change negative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28/34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If a Customer Makes a Complaint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Create/record the complaint.</a:t>
            </a:r>
            <a:br/>
            <a:r>
              <a:t>2. Describe the issue clearly.</a:t>
            </a:r>
            <a:br/>
            <a:r>
              <a:t>3. Set the severity.</a:t>
            </a:r>
            <a:br/>
            <a:r>
              <a:t>4. Assign the responsible staff member.</a:t>
            </a:r>
            <a:br/>
            <a:r>
              <a:t>5. Investigate.</a:t>
            </a:r>
            <a:br/>
            <a:r>
              <a:t>6. Record the solution.</a:t>
            </a:r>
            <a:br/>
            <a:r>
              <a:t>7. Close only after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29/34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Repeat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Before contacting an old customer:</a:t>
            </a:r>
            <a:br/>
            <a:br/>
            <a:r>
              <a:t>1. Open their history.</a:t>
            </a:r>
            <a:br/>
            <a:r>
              <a:t>2. Check previous trips.</a:t>
            </a:r>
            <a:br/>
            <a:r>
              <a:t>3. Check previous feedback.</a:t>
            </a:r>
            <a:br/>
            <a:r>
              <a:t>4. See whether there are unresolved complaints.</a:t>
            </a:r>
            <a:br/>
            <a:r>
              <a:t>5. Offer relevant future travel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30/34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End-of-Day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Before leaving work:</a:t>
            </a:r>
            <a:br/>
            <a:br/>
            <a:r>
              <a:t>✓ Update all work completed today</a:t>
            </a:r>
            <a:br/>
            <a:r>
              <a:t>✓ Set tomorrow's follow-ups</a:t>
            </a:r>
            <a:br/>
            <a:r>
              <a:t>✓ Mark blockers</a:t>
            </a:r>
            <a:br/>
            <a:r>
              <a:t>✓ Add handover notes</a:t>
            </a:r>
            <a:br/>
            <a:r>
              <a:t>✓ Check urgent tasks</a:t>
            </a:r>
            <a:br/>
            <a:r>
              <a:t>✓ Do not leave important work only in WhatsApp or your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31/34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The 5 Golden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1. Every customer request must be recorded.</a:t>
            </a:r>
            <a:br/>
            <a:r>
              <a:t>2. Every task must have an owner.</a:t>
            </a:r>
            <a:br/>
            <a:r>
              <a:t>3. Every task must have an updated status.</a:t>
            </a:r>
            <a:br/>
            <a:r>
              <a:t>4. Problems must be marked Blocked early.</a:t>
            </a:r>
            <a:br/>
            <a:r>
              <a:t>5. Another staff member should understand your work from the system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32/34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3723"/>
                </a:solidFill>
              </a:defRPr>
            </a:pPr>
            <a:r>
              <a:t>Quick Help: Who Should Do What?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Lead/Quotation → Booking Executive</a:t>
            </a:r>
            <a:br/>
            <a:r>
              <a:t>Safari → Safari Coordinator</a:t>
            </a:r>
            <a:br/>
            <a:r>
              <a:t>Hotel/Resort → Accommodation Coordinator</a:t>
            </a:r>
            <a:br/>
            <a:r>
              <a:t>Pickup/Vehicle → Transport Coordinator</a:t>
            </a:r>
            <a:br/>
            <a:r>
              <a:t>Payments → Accounts</a:t>
            </a:r>
            <a:br/>
            <a:r>
              <a:t>Vendor issues → Vendor Manager</a:t>
            </a:r>
            <a:br/>
            <a:r>
              <a:t>Blocked/overdue work →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33/34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723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D2D2D"/>
                </a:solidFill>
              </a:defRPr>
            </a:pPr>
            <a:r>
              <a:t>Work simply:</a:t>
            </a:r>
            <a:br/>
            <a:br/>
            <a:r>
              <a:t>OPEN → CHECK → DO → UPDATE → HAND OVER</a:t>
            </a:r>
            <a:br/>
            <a:br/>
            <a:r>
              <a:t>If you follow this rule, the whole team can see the correct situation and serve the customer better.</a:t>
            </a:r>
            <a:br/>
            <a:br/>
            <a:r>
              <a:t>Panna Wild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Panna Wild Tour — Simple Staff Work Guide | 34/34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